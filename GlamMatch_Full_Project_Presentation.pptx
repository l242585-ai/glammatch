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516" y="-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0180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6D2E46">
              <a:alpha val="8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548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💄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37160" y="164592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GlamMatch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7160" y="23774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9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Styling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C9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Connector 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4720" y="914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D4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Project Presentation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0" y="150876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9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 — All Sprints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5394960" cy="594360"/>
          </a:xfrm>
          <a:prstGeom prst="rect">
            <a:avLst/>
          </a:prstGeom>
          <a:solidFill>
            <a:srgbClr val="6D2E46">
              <a:alpha val="40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Ayza Ahmed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24L-2577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11880" y="25420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 &amp; Requirements Engineer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74720" y="2926080"/>
            <a:ext cx="5394960" cy="594360"/>
          </a:xfrm>
          <a:prstGeom prst="rect">
            <a:avLst/>
          </a:prstGeom>
          <a:solidFill>
            <a:srgbClr val="6D2E46">
              <a:alpha val="40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971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 Adil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24L-2589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32278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Database Developer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3611880"/>
            <a:ext cx="5394960" cy="594360"/>
          </a:xfrm>
          <a:prstGeom prst="rect">
            <a:avLst/>
          </a:prstGeom>
          <a:solidFill>
            <a:srgbClr val="6D2E46">
              <a:alpha val="40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3657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Anoushay Fatima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3657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24L-2585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11880" y="39136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Developer, UI/UX &amp; QA Tester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74720" y="461772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 of Contents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8961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05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Introduction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830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8105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Constraints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6974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7249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2834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36393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3749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46320" y="8686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8686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8961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9240" y="1005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46320" y="17830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17830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18105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4924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Screenshots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846320" y="26974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26974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64608" y="27249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349240" y="2834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Division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46320" y="36118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3611880"/>
            <a:ext cx="411480" cy="71323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4608" y="3639312"/>
            <a:ext cx="374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349240" y="3749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 Project Introduction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GlamMatch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3533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Styling &amp; Salon Connector App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GlamMatch is a web-based styling assistant that provides personalized color, wardrobe, and beauty recommendations based on a user's skin tone, undertone, body type, and face shape. The platform also connects users with nearby beauty parlours for appointment booking, real-time chat, and reviews.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3063240"/>
            <a:ext cx="5029200" cy="530352"/>
          </a:xfrm>
          <a:prstGeom prst="rect">
            <a:avLst/>
          </a:prstGeom>
          <a:solidFill>
            <a:srgbClr val="F5EFE8"/>
          </a:solidFill>
          <a:ln w="10160">
            <a:solidFill>
              <a:srgbClr val="A267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3063240"/>
            <a:ext cx="1005840" cy="53035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10896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44752" y="309981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Styling System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Undertone Quiz, Color Palette, Body Type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315468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pts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657600"/>
            <a:ext cx="5029200" cy="530352"/>
          </a:xfrm>
          <a:prstGeom prst="rect">
            <a:avLst/>
          </a:prstGeom>
          <a:solidFill>
            <a:srgbClr val="F5EFE8"/>
          </a:solidFill>
          <a:ln w="10160">
            <a:solidFill>
              <a:srgbClr val="A267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3657600"/>
            <a:ext cx="1005840" cy="53035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70332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44752" y="369417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Styling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Analysis, Wardrobe, Products, Face Shape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374904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pts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251960"/>
            <a:ext cx="5029200" cy="530352"/>
          </a:xfrm>
          <a:prstGeom prst="rect">
            <a:avLst/>
          </a:prstGeom>
          <a:solidFill>
            <a:srgbClr val="F5EFE8"/>
          </a:solidFill>
          <a:ln w="10160">
            <a:solidFill>
              <a:srgbClr val="A267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251960"/>
            <a:ext cx="1005840" cy="53035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29768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44752" y="42885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Connector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Discovery, Booking, Chat, Reviews, Admin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63440" y="434340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pts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60720" y="822960"/>
            <a:ext cx="30175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0" y="868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870448" y="129844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40880" y="12984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HTML5, CSS3, Vanilla JS SPA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870448" y="172821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40880" y="172821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3.8+, Flask REST API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870448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215798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(13 tables)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870448" y="258775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25877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 Tokens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870448" y="3017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Analysis: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(client-side)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70448" y="344728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APIs: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40880" y="34472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REST Endpoints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870448" y="387705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Stories: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387705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across 3 Sprints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70448" y="43068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Points: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040880" y="43068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total (all completed)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 Advantages &amp; Constraints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 Advantages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25880"/>
            <a:ext cx="64008" cy="59436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3533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No-install SPA — runs entirely in the browser from a single index.html, making it instantly accessible with zero setup for end users.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011680"/>
            <a:ext cx="64008" cy="59436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20391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in the browser — face-api.js runs TinyFaceDetector models client-side; no photos leave the device, protecting user privacy.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6974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697480"/>
            <a:ext cx="64008" cy="59436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7249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Undertone &amp; body-type personalisation — quiz-driven classification delivers accurate style, wardrobe, and makeup recommendations tailored per user.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3832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3383280"/>
            <a:ext cx="64008" cy="59436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4107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salon workflow — discovery, admin CNIC verification, bookings with smart rules (2-hr lock, 90-day cap), live chat, and reviews in one platform.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40690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069080"/>
            <a:ext cx="64008" cy="59436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40965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database lifecycle — tables are created and seeded on first run; missing columns are auto-migrated, so deployment needs no manual DB steps.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 Constraints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754880" y="13258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C97B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1325880"/>
            <a:ext cx="64008" cy="5943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13533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single-file database — not suitable for high concurrency or multi-server deployment; would need migration to PostgreSQL for production scale.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54880" y="20116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C97B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2011680"/>
            <a:ext cx="64008" cy="5943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0391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backend — all 33 routes live in one app.py file; growing feature sets will require refactoring into modules or microservices.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C97B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2697480"/>
            <a:ext cx="64008" cy="5943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27249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communication — chat polls the REST API rather than using WebSockets; message delivery has inherent latency.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54880" y="33832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C97B8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3383280"/>
            <a:ext cx="64008" cy="5943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19472" y="34107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AI accuracy — face-api.js landmark detection depends on photo quality and lighting; low-resolution selfies can yield incorrect face-shape results.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54880" y="4069080"/>
            <a:ext cx="4114800" cy="594360"/>
          </a:xfrm>
          <a:prstGeom prst="rect">
            <a:avLst/>
          </a:prstGeom>
          <a:solidFill>
            <a:srgbClr val="FFFFFF"/>
          </a:solidFill>
          <a:ln w="8890">
            <a:solidFill>
              <a:srgbClr val="C97B8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4069080"/>
            <a:ext cx="64008" cy="5943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9472" y="409651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CNIC storage — CNIC front/back images are stored as base64 in SQLite text columns; a production system requires encrypted file storage.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 Non-Functional Requirements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key NFRs that shaped all development decisions: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16916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2E46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1920240" cy="16916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NFR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71907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377440" y="1216152"/>
            <a:ext cx="6309360" cy="384048"/>
          </a:xfrm>
          <a:prstGeom prst="rect">
            <a:avLst/>
          </a:prstGeom>
          <a:solidFill>
            <a:srgbClr val="F5EFE8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12527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51960" y="12527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55080" y="1252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377440" y="1627632"/>
            <a:ext cx="6309360" cy="384048"/>
          </a:xfrm>
          <a:prstGeom prst="rect">
            <a:avLst/>
          </a:prstGeom>
          <a:solidFill>
            <a:srgbClr val="FBF5F0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2316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&amp; palette load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51960" y="16642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seconds on 10 Mbps broadband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SPA — no page reload; API responds in &lt; 200 ms on local server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377440" y="2039112"/>
            <a:ext cx="6309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20756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API response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51960" y="20756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1.5 seconds under normal load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55080" y="20756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hash verification + JWT issue handled in-process; SQLite indexed lookup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377440" y="2450592"/>
            <a:ext cx="6309360" cy="384048"/>
          </a:xfrm>
          <a:prstGeom prst="rect">
            <a:avLst/>
          </a:prstGeom>
          <a:solidFill>
            <a:srgbClr val="FBF5F0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3160" y="2487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models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251960" y="24871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seconds model load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55080" y="24871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TinyFaceDetector (193 KB) + FaceLandmark68 (350 KB) served statically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6D2E46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3017520"/>
            <a:ext cx="1920240" cy="182880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1546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NFR 2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65760" y="354787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913632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2377440" y="3044952"/>
            <a:ext cx="6309360" cy="338328"/>
          </a:xfrm>
          <a:prstGeom prst="rect">
            <a:avLst/>
          </a:prstGeom>
          <a:solidFill>
            <a:srgbClr val="F5EFE8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3160" y="30723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0723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09360" y="307238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377440" y="3401568"/>
            <a:ext cx="6309360" cy="338328"/>
          </a:xfrm>
          <a:prstGeom prst="rect">
            <a:avLst/>
          </a:prstGeom>
          <a:solidFill>
            <a:srgbClr val="FBF5F0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23160" y="34290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14800" y="3429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plaintext passwords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342900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hashing applied on registration; only hash persisted in DB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377440" y="3758184"/>
            <a:ext cx="6309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3160" y="37856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114800" y="3785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tokens, max 24 hrs validity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09360" y="378561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@auth decorator validates Bearer token on every protected route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377440" y="4114800"/>
            <a:ext cx="6309360" cy="338328"/>
          </a:xfrm>
          <a:prstGeom prst="rect">
            <a:avLst/>
          </a:prstGeom>
          <a:solidFill>
            <a:srgbClr val="FBF5F0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23160" y="414223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access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114800" y="41422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auth, never via user JWT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09360" y="41422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admin code checked via admin_required decorator; returns 401 on failure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77440" y="4471416"/>
            <a:ext cx="6309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F5EF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23160" y="449884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114800" y="44988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Quiz/styling data — account-holder only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309360" y="449884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user-data routes enforce JWT uid check; other users cannot access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 Design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85039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A26769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77240"/>
            <a:ext cx="1965960" cy="13258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86868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— Core Styling System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95728" y="83210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Register screens: card-based forms with JWT-secured sessions and inline field validation.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395728" y="11155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Undertone Quiz: step-by-step question flow with progress bar; warm/cool/neutral classification with result summary.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95728" y="1399032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Palette screen: clothing and makeup swatch grids with hex codes; separate 'Colors to Avoid' section.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95728" y="1682496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Type Questionnaire: proportion questions → Hourglass / Pear / Apple / Rectangle / Inverted Triangle with clothing shape tips.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194560"/>
            <a:ext cx="85039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A26769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94560"/>
            <a:ext cx="1965960" cy="132588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8600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Advanced Styling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95728" y="22494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Upload screen: circular upload zone with selfie guidance; face-api.js processes image client-side (no server upload).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395728" y="2478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Results screen: Skin Tone card + Face Shape card with privacy prompt; results saved to profile.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395728" y="27066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Recommendations: tabbed (Makeup / Clothing) cards with swatch, brand, and wishlist heart icon.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395728" y="29352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Wardrobe &amp; Outfits: grid of uploaded items with dominant-color badges; event-type chips generate outfit combinations.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395728" y="31638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Suggestions: accordion sections for Hairstyle, Hijab, Earrings — illustrated cards with bookmark capability.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3611880"/>
            <a:ext cx="85039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A26769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611880"/>
            <a:ext cx="1965960" cy="132588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3703320"/>
            <a:ext cx="1920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— Salon Connector Platform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95728" y="36667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Finder: search bar, city/service/price filters, salon cards showing rating, address, price range, and services.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95728" y="39502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Profile: full details, service catalog, working hours, ratings, Book Appointment entry point.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95728" y="4233672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Screen: service dropdown, date/time picker, client name, phone, optional note; real-time validation feedback.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395728" y="4517136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0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Bookings: status badges (pending/confirmed/rejected/cancelled/completed), cancel action, 2-hr lock indicator.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 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Three-Tier Layered (N-Tier)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tier has a single responsibility and communicates only with adjacent tiers.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2834640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D4956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63040"/>
            <a:ext cx="2834640" cy="77724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48132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18470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+ Vanilla JS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" y="260604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Page Application in one index.html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29992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screens shown/hidden dynamically (no page reload)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33924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runs TinyFaceDetector + FaceLandmark68 in browser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78561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stored in localStorage; attached as Bearer on every request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41788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Dark/Light mode toggle managed at this tier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27832" y="1463040"/>
            <a:ext cx="2834640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27832" y="1463040"/>
            <a:ext cx="2834640" cy="7772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48132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227832" y="18470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19272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3.8+ + Flask + PyJWT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260604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REST API endpoints — auth, quizzes, styling, wardrobe, salon portal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37560" y="29992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@auth decorator validates JWT on every protected route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33924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scoring algorithm classifies undertone and body type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37560" y="378561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2-hour cancellation lock + 90-day booking cap enforced here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37560" y="41788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client sends password-reset emails via Gmail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81344" y="1463040"/>
            <a:ext cx="2834640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A26769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1344" y="1463040"/>
            <a:ext cx="2834640" cy="77724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81344" y="148132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81344" y="18470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272784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3 — single .db file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91072" y="260604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tables total: 5 Sprint 1 + 5 Sprint 2 + 3 Sprint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1072" y="29992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auto-created and seeded on first run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91072" y="339242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columns auto-migrated — no manual DB steps needed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91072" y="378561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Accessed via Python built-in sqlite3 library (no ORM)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91072" y="41788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keys enforced via PRAGMA foreign_keys = 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108960" y="3154680"/>
            <a:ext cx="274320" cy="0"/>
          </a:xfrm>
          <a:prstGeom prst="line">
            <a:avLst/>
          </a:prstGeom>
          <a:noFill/>
          <a:ln w="25400">
            <a:solidFill>
              <a:srgbClr val="7A6A6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0" y="29260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6A6F"/>
                </a:solidFill>
              </a:rPr>
              <a:t>⇄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017520" y="32918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062472" y="3154680"/>
            <a:ext cx="274320" cy="0"/>
          </a:xfrm>
          <a:prstGeom prst="line">
            <a:avLst/>
          </a:prstGeom>
          <a:noFill/>
          <a:ln w="25400">
            <a:solidFill>
              <a:srgbClr val="7A6A6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71032" y="29260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6A6F"/>
                </a:solidFill>
              </a:rPr>
              <a:t>⇄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5971032" y="32918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f.  Actual Implementation Screenshots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D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914400"/>
            <a:ext cx="320040" cy="20116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92354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203911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234086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JWT-secured auth with inline validation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011680" y="850392"/>
            <a:ext cx="16687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D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2103120" y="91440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9144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914400"/>
            <a:ext cx="320040" cy="20116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92354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011680" y="203911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Undertone Quiz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34086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quiz with progress bar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749040" y="82296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D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840480" y="91440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6D2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9144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914400"/>
            <a:ext cx="320040" cy="20116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92354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749040" y="203911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Palette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749040" y="234086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&amp; makeup swatches with hex codes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0" y="82296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77840" y="91440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9144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75120" y="914400"/>
            <a:ext cx="320040" cy="201168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92354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0" y="203911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Analysis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0" y="234086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tone + face shape from selfie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223760" y="82296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315200" y="91440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9144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412480" y="914400"/>
            <a:ext cx="320040" cy="201168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0" y="92354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223760" y="203911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Wardrobe &amp; Outfits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223760" y="234086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items, generate event outfits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74320" y="292608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65760" y="301752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0175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463040" y="3017520"/>
            <a:ext cx="320040" cy="201168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63040" y="302666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74320" y="414223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Suggestions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74320" y="444398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Hairstyle, Hijab &amp; Earring cards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011680" y="292608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956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2103120" y="301752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D4956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03120" y="30175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00400" y="3017520"/>
            <a:ext cx="320040" cy="201168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0" y="302666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011680" y="414223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Salon Finder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2011680" y="444398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city, service, price range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749040" y="292608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956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840480" y="301752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D4956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40480" y="30175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37760" y="3017520"/>
            <a:ext cx="320040" cy="201168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302666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749040" y="414223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&amp; My Bookings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749040" y="444398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tracking with 2-hr cancel lock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0" y="292608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956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5577840" y="301752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D4956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77840" y="30175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675120" y="3017520"/>
            <a:ext cx="320040" cy="201168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75120" y="302666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86400" y="414223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486400" y="444398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WhatsApp-style booking chat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7223760" y="2926080"/>
            <a:ext cx="160020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956A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7315200" y="3017520"/>
            <a:ext cx="1417320" cy="1097280"/>
          </a:xfrm>
          <a:prstGeom prst="rect">
            <a:avLst/>
          </a:prstGeom>
          <a:solidFill>
            <a:srgbClr val="F5EFE8"/>
          </a:solidFill>
          <a:ln w="6350">
            <a:solidFill>
              <a:srgbClr val="D4956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301752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8412480" y="3017520"/>
            <a:ext cx="320040" cy="201168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412480" y="302666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223760" y="4142232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223760" y="444398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CNIC review, approve/reject parlours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[ screenshot ] placeholders with actual app screenshots before presenting.</a:t>
            </a:r>
            <a:endParaRPr lang="en-US" sz="950" dirty="0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E9038C54-9F9D-D6CB-C542-FC6C3B55D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23544"/>
            <a:ext cx="1417320" cy="1126456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298AA5CE-058E-41BA-C7ED-561389FC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915402"/>
            <a:ext cx="1417320" cy="1096278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144BD4-BF2B-87CE-FBD3-35866A7C10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923544"/>
            <a:ext cx="1417320" cy="108813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9F65F5D2-E82D-A146-8CE4-44AB6A369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921258"/>
            <a:ext cx="1417320" cy="1090422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76F34742-7DD9-8585-47F6-8EE49C9E8B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910187"/>
            <a:ext cx="1417320" cy="1101493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35C851F0-C8BE-980E-4A72-423890DE28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" y="3029206"/>
            <a:ext cx="1417320" cy="108559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25118945-2E2B-A8ED-5A11-5B7AA045D5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03120" y="3008952"/>
            <a:ext cx="1417320" cy="1105848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F172500E-D237-EBB1-529A-0406F973E2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40480" y="2980907"/>
            <a:ext cx="1417320" cy="1133893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03BBFAE4-6A62-D44E-A79C-B633C3B9922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77840" y="3017520"/>
            <a:ext cx="1417320" cy="107899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B2088FF6-FBFE-C7E9-3227-D6E22577C4B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15200" y="3017520"/>
            <a:ext cx="141732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g.  Work Division Between Group Members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8503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6D2E46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77240"/>
            <a:ext cx="1691640" cy="13258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👩‍💼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38328" y="13075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Ayza Ahmed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8328" y="15819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24L-2577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783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 &amp; Requirements Engineer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084832" y="832104"/>
            <a:ext cx="502920" cy="3200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84832" y="841248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33472" y="832104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1: Sprint planning, user stories US-01 to US-05, structured specifications SS-01 &amp; SS-02, NFR docs, burn-down chart, Trello setup.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84832" y="1234440"/>
            <a:ext cx="502920" cy="3200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84832" y="1243584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33472" y="1234440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2: Sprint 2 backlog setup, US-06 to US-10 stories &amp; acceptance criteria, NFR definitions, report compilation.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84832" y="1636776"/>
            <a:ext cx="502920" cy="3200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84832" y="1645920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33472" y="1636776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3: Sprint 3 backlog, US-11 to US-16 stories &amp; acceptance criteria, rework table, BVA documentation, final report compilation.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84832" y="1801368"/>
            <a:ext cx="6629400" cy="246888"/>
          </a:xfrm>
          <a:prstGeom prst="rect">
            <a:avLst/>
          </a:prstGeom>
          <a:solidFill>
            <a:srgbClr val="F5EFE8"/>
          </a:solidFill>
          <a:ln w="12700">
            <a:solidFill>
              <a:srgbClr val="F5EF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181051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End-to-end project planning, all requirement documents, iteration tracking, report &amp; presentation structure across all 3 sprints.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2194560"/>
            <a:ext cx="8503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2194560"/>
            <a:ext cx="1691640" cy="132588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24028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👩‍💻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38328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 Adil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" y="29992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24L-2589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8328" y="32004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Database Developer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084832" y="2249424"/>
            <a:ext cx="502920" cy="32004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84832" y="2258568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33472" y="2249424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1: Database schema (users, quiz_log, bookmarks, palette tables), Auth &amp; quiz APIs, JWT implementation, quiz scoring algorithm.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084832" y="2651760"/>
            <a:ext cx="502920" cy="32004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84832" y="2660904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33472" y="2651760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2: Photo upload &amp; image analysis APIs, wardrobe CRUD, color detection service, outfit suggestion engine, product &amp; wishlist APIs.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084832" y="3054096"/>
            <a:ext cx="502920" cy="32004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84832" y="3063240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633472" y="3054096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3: Salon, booking, chat &amp; review routes; parlour_notifications table; CNIC verification flow; admin portal endpoints; validation.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084832" y="3218688"/>
            <a:ext cx="6629400" cy="246888"/>
          </a:xfrm>
          <a:prstGeom prst="rect">
            <a:avLst/>
          </a:prstGeom>
          <a:solidFill>
            <a:srgbClr val="F5EFE8"/>
          </a:solidFill>
          <a:ln w="12700">
            <a:solidFill>
              <a:srgbClr val="F5EF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03120" y="322783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Complete Flask REST API (33 endpoints), SQLite schema design (13 tables), authentication, business logic, and all backend validation.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611880"/>
            <a:ext cx="8503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956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0040" y="3611880"/>
            <a:ext cx="1691640" cy="132588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365760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🎨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338328" y="4142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Anoushay Fatima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38328" y="44165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24L-2585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38328" y="46177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 · UI/UX · QA Tester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084832" y="3666744"/>
            <a:ext cx="502920" cy="32004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84832" y="3675888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633472" y="3666744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1: UI design &amp; implementation of Login, Register, Home, Quiz, Color Palette, and Body Type screens; SS-03 &amp; SS-04; test cases US-01 to US-03.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084832" y="4069080"/>
            <a:ext cx="502920" cy="32004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84832" y="4078224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633472" y="4069080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2: Photo Upload, Analysis Results, Product Recommendations, Wardrobe, Outfit Suggestions, and Style Suggestions screens; QA test cases US-06 to US-08.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084832" y="4471416"/>
            <a:ext cx="502920" cy="32004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84832" y="4480560"/>
            <a:ext cx="502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2633472" y="4471416"/>
            <a:ext cx="6080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3: Salon Finder, Salon Profile, Booking, My Bookings, Chat &amp; Review screens; UI testing; Trello snapshot management.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084832" y="4636008"/>
            <a:ext cx="6629400" cy="246888"/>
          </a:xfrm>
          <a:prstGeom prst="rect">
            <a:avLst/>
          </a:prstGeom>
          <a:solidFill>
            <a:srgbClr val="F5EFE8"/>
          </a:solidFill>
          <a:ln w="12700">
            <a:solidFill>
              <a:srgbClr val="F5EF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103120" y="4645152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Complete SPA frontend in index.html, all 15+ screen designs, face-api.js integration, styling consistency, and QA across all sprints.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h.  Lessons Learnt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251960" cy="960120"/>
          </a:xfrm>
          <a:prstGeom prst="rect">
            <a:avLst/>
          </a:prstGeom>
          <a:solidFill>
            <a:srgbClr val="FFFFFF">
              <a:alpha val="6000"/>
            </a:srgbClr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868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Development Works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143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sprint delivered a working, testable increment before the next module began, reducing integration risk and keeping scope controlled across all three sprints.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874520"/>
            <a:ext cx="4251960" cy="960120"/>
          </a:xfrm>
          <a:prstGeom prst="rect">
            <a:avLst/>
          </a:prstGeom>
          <a:solidFill>
            <a:srgbClr val="FFFFFF">
              <a:alpha val="6000"/>
            </a:srgbClr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96596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60120" y="1938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Acceptance Criteria = Done Means Done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22128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Well-defined user stories and acceptance criteria helped the team identify when a feature was truly complete, preventing scope creep and keeping sprint goals measurable.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944368"/>
            <a:ext cx="4251960" cy="960120"/>
          </a:xfrm>
          <a:prstGeom prst="rect">
            <a:avLst/>
          </a:prstGeom>
          <a:solidFill>
            <a:srgbClr val="FFFFFF">
              <a:alpha val="6000"/>
            </a:srgbClr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035808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0120" y="30083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 Simplifies Debugging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328269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separation meant a frontend display issue, a backend logic error, and a database query problem could each be traced and fixed in isolation — without touching adjacent tiers.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4014216"/>
            <a:ext cx="4251960" cy="960120"/>
          </a:xfrm>
          <a:prstGeom prst="rect">
            <a:avLst/>
          </a:prstGeom>
          <a:solidFill>
            <a:srgbClr val="FFFFFF">
              <a:alpha val="6000"/>
            </a:srgbClr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105656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0120" y="40782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Planning is Critical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435254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3's interdependent tables — parlours, parlour_bookings, parlour_chat_log, parlour_notifications — had to be designed together upfront to support cascading status changes and notifications.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0" y="804672"/>
            <a:ext cx="4251960" cy="960120"/>
          </a:xfrm>
          <a:prstGeom prst="rect">
            <a:avLst/>
          </a:prstGeom>
          <a:solidFill>
            <a:srgbClr val="FFFFFF">
              <a:alpha val="6000"/>
            </a:srgbClr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896112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40680" y="868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Testing Uncovers Real Gaps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0680" y="1143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BVA edge cases like 7-character passwords, past-dated bookings, ratings outside 1–5, and unauthenticated admin requests would have shipped as bugs without systematic testing.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4251960" cy="960120"/>
          </a:xfrm>
          <a:prstGeom prst="rect">
            <a:avLst/>
          </a:prstGeom>
          <a:solidFill>
            <a:srgbClr val="FFFFFF">
              <a:alpha val="6000"/>
            </a:srgbClr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1965960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40680" y="1938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Matters Early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40680" y="22128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admin-only endpoints behind a dedicated auth check kept parlour verification secure and completely independent from the regular user flow — retrofitting this would have been costly.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2944368"/>
            <a:ext cx="4251960" cy="960120"/>
          </a:xfrm>
          <a:prstGeom prst="rect">
            <a:avLst/>
          </a:prstGeom>
          <a:solidFill>
            <a:srgbClr val="FFFFFF">
              <a:alpha val="6000"/>
            </a:srgbClr>
          </a:solidFill>
          <a:ln w="8890">
            <a:solidFill>
              <a:srgbClr val="A267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3035808"/>
            <a:ext cx="685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📌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40680" y="30083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 Boards Prevent Blockers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40680" y="328269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To Do / In Progress / Review / Done states across all sprint features made blockers visible during mid-sprint check-ins, keeping all three team members aligned.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6D2E46">
              <a:alpha val="8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956A"/>
          </a:solidFill>
          <a:ln w="12700">
            <a:solidFill>
              <a:srgbClr val="D495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3152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💄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37160" y="16459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GlamMatch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" y="2286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D4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474720" y="82296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Summary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1325880"/>
            <a:ext cx="5394960" cy="47548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408176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User Stories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06440" y="1408176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3 sprints — all completed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874520"/>
            <a:ext cx="5394960" cy="47548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11880" y="1956816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Story Points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06440" y="1956816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and delivered on schedule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423160"/>
            <a:ext cx="5394960" cy="47548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11880" y="2505456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REST API Endpoints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06440" y="2505456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backend, JWT-secured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2971800"/>
            <a:ext cx="5394960" cy="47548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3054096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Database Tables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06440" y="3054096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auto-created &amp; migrated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74720" y="3520440"/>
            <a:ext cx="5394960" cy="47548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11880" y="3602736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SPA Frontend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06440" y="3602736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screens in a single index.html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474720" y="4069080"/>
            <a:ext cx="5394960" cy="47548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11880" y="4151376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06440" y="4151376"/>
            <a:ext cx="3017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face-api.js client-side face analysis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46634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6A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Ayza Ahmed · Eman Adil · Anoushay Fatima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2032</Words>
  <Application>Microsoft Office PowerPoint</Application>
  <PresentationFormat>On-screen Show (16:9)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GlamMatch — Full Project Presentation</dc:title>
  <dc:subject>PptxGenJS Presentation</dc:subject>
  <dc:creator>PptxGenJS</dc:creator>
  <cp:lastModifiedBy>Anoushay Fatima</cp:lastModifiedBy>
  <cp:revision>2</cp:revision>
  <dcterms:created xsi:type="dcterms:W3CDTF">2026-05-03T17:15:35Z</dcterms:created>
  <dcterms:modified xsi:type="dcterms:W3CDTF">2026-05-03T17:40:25Z</dcterms:modified>
</cp:coreProperties>
</file>